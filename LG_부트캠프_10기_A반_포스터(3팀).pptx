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483600" cy="1200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29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400" y="-317500"/>
            <a:ext cx="16129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700" y="3848100"/>
            <a:ext cx="1612900" cy="1612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2600" y="10985500"/>
            <a:ext cx="9436100" cy="231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9309100"/>
            <a:ext cx="558800" cy="1638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10655300"/>
            <a:ext cx="2692400" cy="39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" y="609600"/>
            <a:ext cx="7404100" cy="971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889000"/>
            <a:ext cx="6807200" cy="8737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203200"/>
            <a:ext cx="1041400" cy="1752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7400" y="5524500"/>
            <a:ext cx="1104900" cy="198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300" y="6540500"/>
            <a:ext cx="5181600" cy="1447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84600" y="9791700"/>
            <a:ext cx="9144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8300" y="2311400"/>
            <a:ext cx="5207000" cy="7112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490308900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3403600" y="2654300"/>
            <a:ext cx="3937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2000" y="2324100"/>
            <a:ext cx="3505200" cy="876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0" y="2298700"/>
            <a:ext cx="1447800" cy="87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14300" y="482600"/>
            <a:ext cx="9321800" cy="4318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71700" y="8191500"/>
            <a:ext cx="4267200" cy="14605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-1380000">
            <a:off x="-342900" y="8648700"/>
            <a:ext cx="1701800" cy="673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-1380000">
            <a:off x="-279400" y="8724900"/>
            <a:ext cx="1562100" cy="520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-1380000">
            <a:off x="-279400" y="8153400"/>
            <a:ext cx="1892300" cy="16129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34100" y="1282700"/>
            <a:ext cx="508000" cy="419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84900" y="736600"/>
            <a:ext cx="1841500" cy="16129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1593723000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300" y="9753600"/>
            <a:ext cx="1460500" cy="14605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0000" y="9753600"/>
            <a:ext cx="1460500" cy="14605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3300" y="2146300"/>
            <a:ext cx="533400" cy="5207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69100" y="1879600"/>
            <a:ext cx="533400" cy="520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5200" y="1536700"/>
            <a:ext cx="1397000" cy="1397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90900" y="1168400"/>
            <a:ext cx="330200" cy="3302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-360000">
            <a:off x="5511800" y="8813800"/>
            <a:ext cx="2997200" cy="29972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800" y="3289300"/>
            <a:ext cx="6337300" cy="302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조민석/연구원/AAP Unit</dc:creator>
  <cp:lastModifiedBy>조민석/연구원/AAP Unit</cp:lastModifiedBy>
  <cp:revision>2</cp:revision>
  <dcterms:created xsi:type="dcterms:W3CDTF">2006-08-16T00:00:00Z</dcterms:created>
  <dcterms:modified xsi:type="dcterms:W3CDTF">2025-07-09T00:32:56Z</dcterms:modified>
</cp:coreProperties>
</file>